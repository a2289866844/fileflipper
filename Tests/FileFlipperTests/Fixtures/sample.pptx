
<file path=ppt/presentation.xml><?xml version="1.0" encoding="utf-8"?>
<p:presentation xmlns:p="urn:presentation" xmlns:r="urn:relationships">
  <p:sldIdLst>
    <p:sldId r:id="rId1"/>
  </p:sldIdLst>
</p:presentation>
</file>

<file path=ppt/_rels/presentation.xml.rels><Relationships><Relationship Id="rId1" Target="slides/slide1.xml"/></Relationships>
</file>

<file path=ppt/slides/slide1.xml><?xml version="1.0" encoding="utf-8"?>
<p:sld xmlns:p="urn:presentation" xmlns:a="urn:drawing">
  <p:cSld>
    <p:spTree>
      <p:sp>
        <p:nvSpPr>
          <p:cNvPr id="1" name="Title"/>
          <p:nvPr>
            <p:ph type="title"/>
          </p:nvPr>
        </p:nvSpPr>
        <p:spPr>
          <a:xfrm>
            <a:off x="0" y="0"/>
            <a:ext cx="9144000" cy="914400"/>
          </a:xfrm>
        </p:spPr>
        <p:txBody>
          <a:p>
            <a:r>
              <a:t>Hello from Slides</a:t>
            </a:r>
          </a:p>
        </p:txBody>
      </p:sp>
    </p:spTree>
  </p:cSld>
</p:sld>
</file>